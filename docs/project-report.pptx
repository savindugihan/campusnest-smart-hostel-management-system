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71" r:id="rId12"/>
    <p:sldId id="272" r:id="rId13"/>
    <p:sldId id="273" r:id="rId14"/>
    <p:sldId id="275" r:id="rId15"/>
    <p:sldId id="276" r:id="rId16"/>
    <p:sldId id="277" r:id="rId17"/>
    <p:sldId id="266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  <a:srgbClr val="1A3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3DF66-E9FE-43C3-AB1E-30E0DF2EC8FE}" v="772" dt="2026-05-30T20:46:00.308"/>
    <p1510:client id="{81B8ADC3-7153-4B07-9E8C-6C0D5BCC0AE5}" v="474" dt="2026-05-30T21:27:38.392"/>
    <p1510:client id="{AEC29E02-6A1F-4868-B812-C42FB807DD39}" v="49" dt="2026-05-30T21:30:54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CB4F5-4FD6-4A0D-B0B3-F74CEF2C8173}" type="datetimeFigureOut">
              <a:t>5/30/2026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0340A-D965-469E-A10A-6F472A087D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74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85B9-7FFC-6560-0654-2E1F87C6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E0E73-61C7-1886-EF46-B43E97E36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6B1CD-ECBA-03C1-41C9-B4ACBECD8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893C-F3A5-A5FB-BD57-288ECC704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3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E179-0752-97F3-9F47-942853A5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B3E50-AAE8-9F26-E4C0-6FEF89A13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7C5F6-A3EA-D54F-AB63-644F38A57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CB1E5-3255-9501-4010-8DD8548F5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16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A1E6-A08C-00BB-A9CF-9FF2270D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8DBCD-7A08-2AE0-AE4A-6101920EC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4FCFE-09CF-2A5A-D2E6-6CB2B7C33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C5787-2599-B304-6AC4-25BAB7E70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81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DAAA0-F9E4-4245-DBF6-717D272D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42251-F8D6-DABF-A129-6BE613736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D3E6A-6ACA-1405-5DA9-303998178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04226-0555-F2FE-8D3E-B72E76A4C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23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E8AD-0BE1-62EC-D83A-08042049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74F2F-4855-9CD4-B7BF-F45B22852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9EA9C-EBFE-6B15-B354-FB074B976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7C6CA-A335-3AD7-00D2-6538B21F9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49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6131-1E35-F7F4-431B-5270FE1A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B5E81-5968-408F-0FD3-11B92C1DC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B5067-E699-E5D5-6E40-AA01995C1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A9FF8-003E-D126-A51D-7BE5F8666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68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79C6-ABD9-05C2-F1B7-1F3A8B85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07E4D-E323-1542-27E3-4C9A9FE9B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FB47E-2CF9-79D8-52A8-9FC848285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3835-E371-6392-135D-4B293BBC0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03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068" y="892403"/>
            <a:ext cx="54864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8388" y="800963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CampusNest</a:t>
            </a:r>
            <a:endParaRPr lang="en-US" sz="5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8388" y="1943963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Smart Hostel Management System</a:t>
            </a:r>
            <a:endParaRPr lang="en-US" sz="2400">
              <a:solidFill>
                <a:srgbClr val="5EEAD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8388" y="2538323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7531" y="2760346"/>
            <a:ext cx="4668765" cy="1593311"/>
          </a:xfrm>
          <a:prstGeom prst="rect">
            <a:avLst/>
          </a:prstGeom>
          <a:solidFill>
            <a:srgbClr val="1E3A8A">
              <a:alpha val="60000"/>
            </a:srgbClr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279" y="2962642"/>
            <a:ext cx="46634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</a:t>
            </a:r>
            <a:endParaRPr lang="en-US" sz="1600" dirty="0"/>
          </a:p>
          <a:p>
            <a:r>
              <a:rPr lang="en-US" sz="1600" b="1">
                <a:solidFill>
                  <a:srgbClr val="FFFFFF"/>
                </a:solidFill>
                <a:ea typeface="+mn-lt"/>
                <a:cs typeface="+mn-lt"/>
              </a:rPr>
              <a:t>Faculty of Information Technology</a:t>
            </a:r>
            <a:endParaRPr lang="en-US" b="1"/>
          </a:p>
          <a:p>
            <a:endParaRPr lang="en-US" sz="16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IN1101 – Programming Fundamentals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2024/2025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438912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0608" y="4389120"/>
            <a:ext cx="164592" cy="164592"/>
          </a:xfrm>
          <a:prstGeom prst="ellipse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43216" y="4389120"/>
            <a:ext cx="164592" cy="164592"/>
          </a:xfrm>
          <a:prstGeom prst="ellipse">
            <a:avLst/>
          </a:prstGeom>
          <a:solidFill>
            <a:srgbClr val="0D9488">
              <a:alpha val="7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4389120"/>
            <a:ext cx="164592" cy="164592"/>
          </a:xfrm>
          <a:prstGeom prst="ellipse">
            <a:avLst/>
          </a:prstGeom>
          <a:solidFill>
            <a:srgbClr val="0D9488">
              <a:alpha val="6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4389120"/>
            <a:ext cx="164592" cy="164592"/>
          </a:xfrm>
          <a:prstGeom prst="ellipse">
            <a:avLst/>
          </a:prstGeom>
          <a:solidFill>
            <a:srgbClr val="0D9488">
              <a:alpha val="5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4389120"/>
            <a:ext cx="164592" cy="164592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F64A0-36D4-8BB7-71F2-B87FDA92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E8B65B-6E8F-F48C-9AB8-DD08F3806866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1E3A8A"/>
                </a:solidFill>
                <a:ea typeface="+mn-lt"/>
                <a:cs typeface="+mn-lt"/>
              </a:rPr>
              <a:t>Team Members &amp; Contributions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CCCAF1-62D1-35D3-4E16-480E80DC074C}"/>
              </a:ext>
            </a:extLst>
          </p:cNvPr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A506E37-7D4C-8F7C-FDBC-BC90D3BC3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960842"/>
              </p:ext>
            </p:extLst>
          </p:nvPr>
        </p:nvGraphicFramePr>
        <p:xfrm>
          <a:off x="549933" y="1283179"/>
          <a:ext cx="8143772" cy="3002057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1624852">
                  <a:extLst>
                    <a:ext uri="{9D8B030D-6E8A-4147-A177-3AD203B41FA5}">
                      <a16:colId xmlns:a16="http://schemas.microsoft.com/office/drawing/2014/main" val="3808963301"/>
                    </a:ext>
                  </a:extLst>
                </a:gridCol>
                <a:gridCol w="2479301">
                  <a:extLst>
                    <a:ext uri="{9D8B030D-6E8A-4147-A177-3AD203B41FA5}">
                      <a16:colId xmlns:a16="http://schemas.microsoft.com/office/drawing/2014/main" val="2579434230"/>
                    </a:ext>
                  </a:extLst>
                </a:gridCol>
                <a:gridCol w="4039619">
                  <a:extLst>
                    <a:ext uri="{9D8B030D-6E8A-4147-A177-3AD203B41FA5}">
                      <a16:colId xmlns:a16="http://schemas.microsoft.com/office/drawing/2014/main" val="4219589407"/>
                    </a:ext>
                  </a:extLst>
                </a:gridCol>
              </a:tblGrid>
              <a:tr h="3922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Registration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Assigned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Key Responsibilities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959585"/>
                  </a:ext>
                </a:extLst>
              </a:tr>
              <a:tr h="384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/>
                        <a:t>254156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Student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Student registration, search, update, delete, and sorting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098688"/>
                  </a:ext>
                </a:extLst>
              </a:tr>
              <a:tr h="5465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/>
                        <a:t>254157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Room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Room allocation, room availability tracking, status updates, and room management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80797"/>
                  </a:ext>
                </a:extLst>
              </a:tr>
              <a:tr h="5465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/>
                        <a:t>254158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Fee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Fee recording, payment status updates, fee summaries, and reporting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48606"/>
                  </a:ext>
                </a:extLst>
              </a:tr>
              <a:tr h="384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/>
                        <a:t>254159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Visitor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Visitor registration, visitor tracking, search functions, and visitor reports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610411"/>
                  </a:ext>
                </a:extLst>
              </a:tr>
              <a:tr h="6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/>
                        <a:t>254160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Maintenance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/>
                        <a:t>Maintenance request handling, status tracking, priority management, and maintenance reports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75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99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2754" y="1315528"/>
            <a:ext cx="274320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2754" y="1315528"/>
            <a:ext cx="2743200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4194" y="1452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4194" y="2275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 Keeping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9914" y="282428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and room data is tracked on paper, causing delays and human error.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8834" y="1315528"/>
            <a:ext cx="274320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8834" y="1315528"/>
            <a:ext cx="2743200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0274" y="1452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70274" y="2275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5994" y="282428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paper registers lead to conflicting records and lost information.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04914" y="1315528"/>
            <a:ext cx="274320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4914" y="1315528"/>
            <a:ext cx="2743200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6354" y="1452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96354" y="2275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42074" y="282428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logs, fee tracking, and maintenance requests take hours to process.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389120" cy="3200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4023360" cy="3017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hostels lack a centralized,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digitalsystem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 manage students, rooms,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fees,visitors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and maintenance — resulting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inoperational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inefficiencies and poor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datareliability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6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Identified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0640" y="1600200"/>
            <a:ext cx="34747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627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centralized digital record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2130552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21579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Human error in manual registers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660904"/>
            <a:ext cx="34747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688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structured fee tracking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191256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218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visitor log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3721608"/>
            <a:ext cx="34747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Maintenance requests untracked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2335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CampusNest</a:t>
            </a:r>
            <a:r>
              <a:rPr lang="en-US" sz="2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Console Based C System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Pure C99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no external libraries, </a:t>
            </a:r>
            <a:r>
              <a:rPr lang="en-US" sz="1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no frameworks. Exactly at PF level.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saved to .txt files. Persists between runs. No database needed.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modules, each with its own .c file and clear responsibility.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 Student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track, search, and deactivate hostel residents.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4708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Room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8928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rooms, manage capacity, and track allocations.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9689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426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6426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Fee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2642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monthly fees, mark payments, view outstanding dues.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4670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924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39242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Visitor Management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339242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visitor entries with contact and purpose details.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9651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422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1422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Maintenance Tracking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41422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monitor, and resolve hostel maintenance requests.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5063" y="1137676"/>
            <a:ext cx="2520237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5063" y="1137676"/>
            <a:ext cx="2520237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72223" y="1247404"/>
            <a:ext cx="23476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👨‍🎓 student.c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72223" y="1759468"/>
            <a:ext cx="234769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students.txt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72223" y="2143516"/>
            <a:ext cx="23476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Search / Delete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15318" y="1145505"/>
            <a:ext cx="2465436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5318" y="1145505"/>
            <a:ext cx="2465436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2478" y="1255233"/>
            <a:ext cx="23007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🏠 room.c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2478" y="1767297"/>
            <a:ext cx="23007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rooms.txt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2478" y="2151345"/>
            <a:ext cx="23007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Allocate / Free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472" y="3103636"/>
            <a:ext cx="2606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472" y="3103636"/>
            <a:ext cx="2606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632" y="32133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💰 fee.c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4632" y="37254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fees.txt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4632" y="41094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Pay / Unpaid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4680" y="3103636"/>
            <a:ext cx="2606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4680" y="3103636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1840" y="32133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👥 visitor.c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1840" y="37254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visitors.txt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1840" y="41094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View / Search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1888" y="3103636"/>
            <a:ext cx="2606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1888" y="3103636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9048" y="32133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maintenance.c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9048" y="37254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requests.txt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9048" y="41094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View / Resolve / Pending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B3AA091D-3C20-4CDB-2A83-D73030489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26" b="6276"/>
          <a:stretch>
            <a:fillRect/>
          </a:stretch>
        </p:blipFill>
        <p:spPr>
          <a:xfrm>
            <a:off x="452887" y="1127186"/>
            <a:ext cx="8205879" cy="3806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 Language (C99)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language. Structs, arrays, pointers, and standard I/O.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File Handling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 / fclose / fprintf / fscanf — append and read for persistence.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Structures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struct — Student, Room, FeeRecord, Visitor, MaintenanceRequest.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468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Functions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decomposition with single-responsibility per function.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Control 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+ switch-case for menu-driven interaction and safety.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576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Input Validation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41605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 + sscanf pattern — prevents buffer overflow and bad input.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Execution Evidence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5735" y="4626951"/>
            <a:ext cx="4069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1 – </a:t>
            </a:r>
            <a:r>
              <a:rPr lang="en-US" sz="1000" b="1" dirty="0" err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CampusNest</a:t>
            </a:r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 Main Menu Interface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2AC3B943-D067-27CF-2E38-E07FAB63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290457"/>
            <a:ext cx="6972300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B5375-7486-AF9C-6E6B-3AB68C7A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F4E08AC-2156-13EE-5519-0AB846166A97}"/>
              </a:ext>
            </a:extLst>
          </p:cNvPr>
          <p:cNvSpPr/>
          <p:nvPr/>
        </p:nvSpPr>
        <p:spPr>
          <a:xfrm>
            <a:off x="2535735" y="4691650"/>
            <a:ext cx="4069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2 – Student Records Display </a:t>
            </a:r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Calibri"/>
                <a:cs typeface="Calibri"/>
              </a:rPr>
              <a:t> and  ad</a:t>
            </a:r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d Student Input Interface</a:t>
            </a:r>
            <a:endParaRPr lang="en-US" sz="1000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EE2EBF-EBF1-51D8-62D8-76D387F6C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40" y="851857"/>
            <a:ext cx="3980322" cy="347213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4494A7-017E-D8E1-736B-E76CCC9BF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383" y="873423"/>
            <a:ext cx="4244963" cy="345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6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A5393-F74A-6FBD-F9AF-3D8A9E76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A693395-C5F2-41A3-CA79-883820CA2B8D}"/>
              </a:ext>
            </a:extLst>
          </p:cNvPr>
          <p:cNvSpPr/>
          <p:nvPr/>
        </p:nvSpPr>
        <p:spPr>
          <a:xfrm>
            <a:off x="2535735" y="4939659"/>
            <a:ext cx="4069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4 – Student Search Result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A49CAB-08E4-EE03-DC89-FBD9C466C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86" y="646981"/>
            <a:ext cx="3683524" cy="384953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1D1459-BA61-A841-F7B8-F018FAB8A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910" y="646981"/>
            <a:ext cx="4370332" cy="38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85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9298F-DF7E-B00B-4841-0E1FB8A5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6B05A071-67BE-FF87-5CF6-C01D94637748}"/>
              </a:ext>
            </a:extLst>
          </p:cNvPr>
          <p:cNvSpPr/>
          <p:nvPr/>
        </p:nvSpPr>
        <p:spPr>
          <a:xfrm>
            <a:off x="246256" y="4812659"/>
            <a:ext cx="4069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5 – Student Deletion Confirmation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161E7B-1CB4-6C51-2909-708B76425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9" y="438109"/>
            <a:ext cx="3909025" cy="4256897"/>
          </a:xfrm>
          <a:prstGeom prst="rect">
            <a:avLst/>
          </a:prstGeom>
        </p:spPr>
      </p:pic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17496E1-C471-0FFC-96A8-F66CB797B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604" y="1090082"/>
            <a:ext cx="4000875" cy="3333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8D258C-3A6D-DF24-E4F9-CC1B661A9CAF}"/>
              </a:ext>
            </a:extLst>
          </p:cNvPr>
          <p:cNvSpPr txBox="1"/>
          <p:nvPr/>
        </p:nvSpPr>
        <p:spPr>
          <a:xfrm>
            <a:off x="5724761" y="4755761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6 – Room Records Display</a:t>
            </a:r>
            <a:endParaRPr lang="en-US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644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92619-7DCF-0DE0-A87D-97FE48E1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6361755-EAC1-8738-FCB7-C6133F3C6B6A}"/>
              </a:ext>
            </a:extLst>
          </p:cNvPr>
          <p:cNvSpPr/>
          <p:nvPr/>
        </p:nvSpPr>
        <p:spPr>
          <a:xfrm>
            <a:off x="246256" y="4812659"/>
            <a:ext cx="4069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5 – Student Deletion Confirmation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13D26F-3941-E6FD-E7A5-D23FFD85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9" y="438109"/>
            <a:ext cx="3909025" cy="4256897"/>
          </a:xfrm>
          <a:prstGeom prst="rect">
            <a:avLst/>
          </a:prstGeom>
        </p:spPr>
      </p:pic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1E41DC-7F8A-B7CC-A8AE-49A3FA146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604" y="1090082"/>
            <a:ext cx="4000875" cy="3333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739E91-07DC-88B6-0BF5-8B7CAF15B323}"/>
              </a:ext>
            </a:extLst>
          </p:cNvPr>
          <p:cNvSpPr txBox="1"/>
          <p:nvPr/>
        </p:nvSpPr>
        <p:spPr>
          <a:xfrm>
            <a:off x="5724761" y="4755761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6 – Room Records Display</a:t>
            </a:r>
            <a:endParaRPr lang="en-US" b="1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052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A24B0-F775-B466-46C2-7583BD074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049FE-556F-F25D-3308-1EB3905EB2BE}"/>
              </a:ext>
            </a:extLst>
          </p:cNvPr>
          <p:cNvSpPr txBox="1"/>
          <p:nvPr/>
        </p:nvSpPr>
        <p:spPr>
          <a:xfrm>
            <a:off x="3224686" y="4895940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7 – Add Room Interface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4EAEFC-C642-A77E-1EE3-DB8DD59D2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79" y="289344"/>
            <a:ext cx="3373648" cy="244055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D9B3B4-9B03-D5B2-582E-151826904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979" y="302558"/>
            <a:ext cx="3520116" cy="243211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BAE3D2-5B24-1E4C-9739-E76707757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118" y="2807758"/>
            <a:ext cx="3212656" cy="19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57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8CA8E-4B48-2DB1-866D-7C2ACA2F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79F6A9-B111-A71C-BD88-7CEF60D9A80F}"/>
              </a:ext>
            </a:extLst>
          </p:cNvPr>
          <p:cNvSpPr txBox="1"/>
          <p:nvPr/>
        </p:nvSpPr>
        <p:spPr>
          <a:xfrm>
            <a:off x="257928" y="3836984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8 – Fee Records Display</a:t>
            </a:r>
            <a:endParaRPr lang="en-US" b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DC73EF-375D-EAE4-6840-ABD902F6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27" y="1185022"/>
            <a:ext cx="2733449" cy="2571750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E22DFB7-A9CA-E4C3-7636-730809310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034" y="1185022"/>
            <a:ext cx="2922290" cy="2571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935B0E-D152-9454-AAA7-F7894C15A023}"/>
              </a:ext>
            </a:extLst>
          </p:cNvPr>
          <p:cNvSpPr txBox="1"/>
          <p:nvPr/>
        </p:nvSpPr>
        <p:spPr>
          <a:xfrm>
            <a:off x="3319742" y="3840816"/>
            <a:ext cx="61604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i="0" u="none" strike="noStrike" baseline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Figure </a:t>
            </a:r>
            <a:r>
              <a:rPr lang="en-GB" sz="10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9 – Visitor Records Display                                            Figure 11 – Maintenance Requests Display</a:t>
            </a:r>
            <a:endParaRPr lang="en-GB" sz="1000" b="1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endParaRPr lang="en-GB" sz="1000" b="1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8D4A25-08AD-3580-05E7-92BF8E4E2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764" y="1185021"/>
            <a:ext cx="2768749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2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Benefits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hostel data in one system — students, rooms, fees, visitors, maintenance.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search, allocation, and report generation via menu-driven interface.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1691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Error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input and validation eliminates data inconsistency.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7180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Text-file storage ensures data survives across all program restarts.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91840" y="36118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fee payments, visitor logs, and maintenance requests are permanently recorded.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974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26480" y="36118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Maintainability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.c files allow updates to one module without affecting others.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2378" y="299856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72378" y="382152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CampusNest – Smart Hostel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4058" y="4370166"/>
            <a:ext cx="32918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4058" y="437016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63B02-3F80-D33E-8A31-AE3D75509D6A}"/>
              </a:ext>
            </a:extLst>
          </p:cNvPr>
          <p:cNvSpPr txBox="1"/>
          <p:nvPr/>
        </p:nvSpPr>
        <p:spPr>
          <a:xfrm>
            <a:off x="2477039" y="1281831"/>
            <a:ext cx="499005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500" b="1" dirty="0" err="1">
                <a:solidFill>
                  <a:schemeClr val="bg1"/>
                </a:solidFill>
                <a:ea typeface="+mn-lt"/>
                <a:cs typeface="+mn-lt"/>
              </a:rPr>
              <a:t>CampusNest</a:t>
            </a:r>
            <a:r>
              <a:rPr lang="en-GB" sz="1500" b="1" dirty="0">
                <a:solidFill>
                  <a:schemeClr val="bg1"/>
                </a:solidFill>
                <a:ea typeface="+mn-lt"/>
                <a:cs typeface="+mn-lt"/>
              </a:rPr>
              <a:t> is a console-based hostel management system developed to simplify the management of students, rooms, fees, visitors, and maintenance requests. The project successfully applies key C programming concepts such as structures, functions, arrays, searching, sorting, and input validation to solve a real-world problem.</a:t>
            </a:r>
            <a:endParaRPr lang="en-US" sz="15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D4958-7C9D-D82B-C57F-E0508D6611AA}"/>
              </a:ext>
            </a:extLst>
          </p:cNvPr>
          <p:cNvSpPr txBox="1"/>
          <p:nvPr/>
        </p:nvSpPr>
        <p:spPr>
          <a:xfrm>
            <a:off x="3607216" y="392825"/>
            <a:ext cx="27432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ea typeface="Calibri"/>
                <a:cs typeface="Calibri"/>
              </a:rPr>
              <a:t>Conclusion</a:t>
            </a:r>
            <a:endParaRPr lang="en-GB" sz="3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CampusNest – Smart Hostel Management System</dc:title>
  <dc:subject>IN1101 Programming Fundamentals</dc:subject>
  <dc:creator>CampusNest Team</dc:creator>
  <cp:lastModifiedBy>CampusNest Team</cp:lastModifiedBy>
  <cp:revision>349</cp:revision>
  <dcterms:created xsi:type="dcterms:W3CDTF">2026-05-30T18:21:07Z</dcterms:created>
  <dcterms:modified xsi:type="dcterms:W3CDTF">2026-05-30T21:35:52Z</dcterms:modified>
</cp:coreProperties>
</file>